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F2937"/>
                </a:solidFill>
                <a:latin typeface="Calibri"/>
              </a:rPr>
              <a:t>AUROC on BrEaST (0.5 = coin flip)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AUROC vs a one-word rewording (BrEaST, test)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BLEU</c:v>
                  </c:pt>
                  <c:pt idx="1">
                    <c:v>ROUGE-L</c:v>
                  </c:pt>
                  <c:pt idx="2">
                    <c:v>chrF</c:v>
                  </c:pt>
                  <c:pt idx="3">
                    <c:v>BERTScore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0.61</c:v>
                </c:pt>
                <c:pt idx="1">
                  <c:v>0.58</c:v>
                </c:pt>
                <c:pt idx="2">
                  <c:v>0.25</c:v>
                </c:pt>
                <c:pt idx="3">
                  <c:v>0.53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report scorers catch real clinical mistakes?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of the scores used to grade AI-written ultrasound reports (breast, thyroid, fetal head)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Faviana Noronha · what we have done so far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and how we test 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scores just count matching words. Do they notice a wrong side, size or BI-RADS, or only how much text changed?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481328" cy="2377440"/>
          </a:xfrm>
          <a:prstGeom prst="roundRect">
            <a:avLst>
              <a:gd name="adj" fmla="val 4938"/>
            </a:avLst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5740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651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&amp; masks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31546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10 public datasets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76272" y="1920240"/>
            <a:ext cx="1481328" cy="2377440"/>
          </a:xfrm>
          <a:prstGeom prst="roundRect">
            <a:avLst>
              <a:gd name="adj" fmla="val 4938"/>
            </a:avLst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13432" y="205740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1343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2651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report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286000" y="31546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from the labels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03904" y="1920240"/>
            <a:ext cx="1481328" cy="2377440"/>
          </a:xfrm>
          <a:prstGeom prst="roundRect">
            <a:avLst>
              <a:gd name="adj" fmla="val 4938"/>
            </a:avLst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41064" y="205740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41064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913632" y="2651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copies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913632" y="31546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planted mistake, harmless rewordings, exact copies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31536" y="1920240"/>
            <a:ext cx="1481328" cy="2377440"/>
          </a:xfrm>
          <a:prstGeom prst="roundRect">
            <a:avLst>
              <a:gd name="adj" fmla="val 4938"/>
            </a:avLst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68696" y="205740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56869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541264" y="2651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541264" y="31546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word-match, fact check, AI judge, image check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059168" y="1920240"/>
            <a:ext cx="1481328" cy="2377440"/>
          </a:xfrm>
          <a:prstGeom prst="roundRect">
            <a:avLst>
              <a:gd name="adj" fmla="val 4938"/>
            </a:avLst>
          </a:prstGeom>
          <a:solidFill>
            <a:srgbClr val="D5E8F0"/>
          </a:solidFill>
          <a:ln w="12700">
            <a:solidFill>
              <a:srgbClr val="D5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96328" y="205740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9632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168896" y="2651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168896" y="315468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= mistake always ranked worse, 0.5 = coin flip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report scorers · plain-language summary · 2/9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10 datasets we used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731520"/>
                <a:gridCol w="521208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labels give 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65A8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BI-RADS, shape/margin/echo descriptors, pixel size (mm), mask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BUS-BRA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BI-RADS, side, histology, benign/malignant, mask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 / malignant / normal, mask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UDIAT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 / malignant, histology, mask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BUS-UCLM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benign / malignant, mask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DDTI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thyroid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TI-RADS level (349 labelled), composition, echo, margins, outline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TN3K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thyroid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nodule mask; class 0/1 (meaning unconfirmed)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TN5000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thyroid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nodule box only; class 0/1 (meaning unconfirmed)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fetal head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circumference (mm), pixel size, head ellipse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F1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Fetal head planes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fetal head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plane (e.g. trans-cerebellum), head mask, pixel size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16,562 scans in all. Images are not in our repository; each dataset keeps its own licence (all still "to confirm").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report scorers · plain-language summary · 3/9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handled the data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07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from labels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002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true report is written by our templates from labels and masks: synthetic but fact-correct. No doctor-written text in the 10 sets.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07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splits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002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dev / 20% val / 40% test, grouped by patient or near-duplicate cluster. Tune on dev/val only; final numbers on test.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9443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checked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3375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dataset shares images with another. Inside one: BUSI 37%, FetalHead 9%, BUS-UCLM 6.6%, TN5000 5.6% near-duplicates, grouped not dropped.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83464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94436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gaps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3375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patient IDs for BUSI, UDIAT, TN3K, TN5000, HC18, so one patient may sit in two splits. Pixel size (mm) only for BrEaST and fetal sets.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report scorers · plain-language summary · 4/9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steps we ran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931920" cy="603504"/>
          </a:xfrm>
          <a:prstGeom prst="roundRect">
            <a:avLst>
              <a:gd name="adj" fmla="val 12121"/>
            </a:avLst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097280"/>
            <a:ext cx="685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097280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+ benchmark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16,562 true reports; 27,193 candidates (13,396 planted mistakes)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73936"/>
            <a:ext cx="3931920" cy="603504"/>
          </a:xfrm>
          <a:prstGeom prst="roundRect">
            <a:avLst>
              <a:gd name="adj" fmla="val 12121"/>
            </a:avLst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1773936"/>
            <a:ext cx="685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73936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Word-overlap scorers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BLEU, ROUGE-L, chrF, BERTScore, RaTEScore; edit-size artefact found and fixed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50592"/>
            <a:ext cx="3931920" cy="603504"/>
          </a:xfrm>
          <a:prstGeom prst="roundRect">
            <a:avLst>
              <a:gd name="adj" fmla="val 12121"/>
            </a:avLst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2450592"/>
            <a:ext cx="685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450592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checker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finding_f1 reads facts out of the text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27248"/>
            <a:ext cx="3931920" cy="603504"/>
          </a:xfrm>
          <a:prstGeom prst="roundRect">
            <a:avLst>
              <a:gd name="adj" fmla="val 12121"/>
            </a:avLst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127248"/>
            <a:ext cx="685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27248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judge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Gemma-2-9B checks sentence by sentence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03904"/>
            <a:ext cx="3931920" cy="603504"/>
          </a:xfrm>
          <a:prstGeom prst="roundRect">
            <a:avLst>
              <a:gd name="adj" fmla="val 12121"/>
            </a:avLst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" y="3803904"/>
            <a:ext cx="685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803904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check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and position checked against true masks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663440" y="1097280"/>
            <a:ext cx="3931920" cy="603504"/>
          </a:xfrm>
          <a:prstGeom prst="roundRect">
            <a:avLst>
              <a:gd name="adj" fmla="val 12121"/>
            </a:avLst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36592" y="1097280"/>
            <a:ext cx="685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40680" y="1097280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and freeze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duplicates, dev/val/test split, versions frozen, test results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663440" y="1773936"/>
            <a:ext cx="3931920" cy="603504"/>
          </a:xfrm>
          <a:prstGeom prst="roundRect">
            <a:avLst>
              <a:gd name="adj" fmla="val 12121"/>
            </a:avLst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36592" y="1773936"/>
            <a:ext cx="685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11–14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40680" y="1773936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AI writers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Qwen2.5-VL and MedGemma reports; bigger judge test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63440" y="2450592"/>
            <a:ext cx="3931920" cy="603504"/>
          </a:xfrm>
          <a:prstGeom prst="roundRect">
            <a:avLst>
              <a:gd name="adj" fmla="val 12121"/>
            </a:avLst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36592" y="2450592"/>
            <a:ext cx="685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2450592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doctor text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HiSBreast, 101 machine-translated exams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663440" y="3127248"/>
            <a:ext cx="3931920" cy="603504"/>
          </a:xfrm>
          <a:prstGeom prst="roundRect">
            <a:avLst>
              <a:gd name="adj" fmla="val 12121"/>
            </a:avLst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36592" y="3127248"/>
            <a:ext cx="685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40680" y="3127248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masks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MedSAM masks instead of true masks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663440" y="3803904"/>
            <a:ext cx="3931920" cy="603504"/>
          </a:xfrm>
          <a:prstGeom prst="roundRect">
            <a:avLst>
              <a:gd name="adj" fmla="val 12121"/>
            </a:avLst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36592" y="3803904"/>
            <a:ext cx="685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440680" y="3803904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tables</a:t>
            </a:r>
            <a:endParaRPr lang="en-US" sz="12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results and plain summary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report scorers · plain-language summary · 5/9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Word-matching scores miss the mistake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42062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846320" y="118872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cut-off flags most mistakes without also flagging most harmless rewordings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lazy "No abnormality." still scores about 0.85 on BERTScore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follow how much text changed: a mistake changes 2–4% of words, a rewording 5–60%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judge (Gemma) does better: 0.89–1.00 vs one-word rewordings, weaker (0.60–0.71) on bigger rewordings, and prompt-sensitive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report scorers · plain-language summary · 6/9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check and real AI writers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check with MedSAM masks, breast + thyroid (word scores: 0.25–0.62)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setup: the lesion box was handed to the model and errors were big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Fetal head fails (0.46, 0.50): skull outlined differently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correct reports down (mean 0.68)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3931920" cy="3383280"/>
          </a:xfrm>
          <a:prstGeom prst="roundRect">
            <a:avLst>
              <a:gd name="adj" fmla="val 2162"/>
            </a:avLst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1887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AI writers (Qwen, MedGemma) and real doctor text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92024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open writers get BI-RADS, side and pathology right only occasionally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Scorers disagree on which writer is better, so no trustworthy ranking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conclusions (HiSBreast, 41 test exams): BERTScore at chance (0.43), AI judge best (0.79–0.89)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report scorers · plain-language summary · 7/9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failed or turned out wrong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585216"/>
          </a:xfrm>
          <a:prstGeom prst="roundRect">
            <a:avLst>
              <a:gd name="adj" fmla="val 12500"/>
            </a:avLst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25296"/>
            <a:ext cx="329184" cy="329184"/>
          </a:xfrm>
          <a:prstGeom prst="ellipse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25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097280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Retracted headline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097280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"Word scores are worse than chance" was an artefact: our rewordings changed 5–10× more text than our mistakes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73936"/>
            <a:ext cx="8046720" cy="585216"/>
          </a:xfrm>
          <a:prstGeom prst="roundRect">
            <a:avLst>
              <a:gd name="adj" fmla="val 12500"/>
            </a:avLst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901952"/>
            <a:ext cx="329184" cy="329184"/>
          </a:xfrm>
          <a:prstGeom prst="ellipse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901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1773936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number dropped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1773936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0.86 on dev became 0.67 on the locked test set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450592"/>
            <a:ext cx="8046720" cy="585216"/>
          </a:xfrm>
          <a:prstGeom prst="roundRect">
            <a:avLst>
              <a:gd name="adj" fmla="val 12500"/>
            </a:avLst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578608"/>
            <a:ext cx="329184" cy="329184"/>
          </a:xfrm>
          <a:prstGeom prst="ellipse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450592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found and fixed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2450592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BUS-BRA "single breast" wording, extractor decimal bug, copied option lists; reruns kept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127248"/>
            <a:ext cx="8046720" cy="585216"/>
          </a:xfrm>
          <a:prstGeom prst="roundRect">
            <a:avLst>
              <a:gd name="adj" fmla="val 12500"/>
            </a:avLst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255264"/>
            <a:ext cx="329184" cy="329184"/>
          </a:xfrm>
          <a:prstGeom prst="ellipse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127248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real data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3127248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101 of 427 HiSBreast exams passed our translation checks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803904"/>
            <a:ext cx="8046720" cy="585216"/>
          </a:xfrm>
          <a:prstGeom prst="roundRect">
            <a:avLst>
              <a:gd name="adj" fmla="val 12500"/>
            </a:avLst>
          </a:prstGeom>
          <a:solidFill>
            <a:srgbClr val="E6F1F6"/>
          </a:solidFill>
          <a:ln w="12700">
            <a:solidFill>
              <a:srgbClr val="E6F1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" y="3931920"/>
            <a:ext cx="329184" cy="329184"/>
          </a:xfrm>
          <a:prstGeom prst="ellipse">
            <a:avLst/>
          </a:prstGeom>
          <a:solidFill>
            <a:srgbClr val="E8505B"/>
          </a:solidFill>
          <a:ln w="12700">
            <a:solidFill>
              <a:srgbClr val="E8505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3803904"/>
            <a:ext cx="2194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run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3803904"/>
            <a:ext cx="5120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GREEN, Claude judge, Jev, LLaVA-Med, clinician review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7548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 report scorers · plain-language summary · 8/9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and where we are now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are templated, not doctor-written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levels are our guesses; no clinician review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may have seen these public datasets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samples; some datasets lack patient IDs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 no ultrasound work testing scorers this way (search not exhaustive)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54880" y="1097280"/>
            <a:ext cx="3840480" cy="3383280"/>
          </a:xfrm>
          <a:prstGeom prst="roundRect">
            <a:avLst>
              <a:gd name="adj" fmla="val 2162"/>
            </a:avLst>
          </a:prstGeom>
          <a:solidFill>
            <a:srgbClr val="2E3A7A"/>
          </a:solidFill>
          <a:ln w="12700">
            <a:solidFill>
              <a:srgbClr val="2E3A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93776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Step 18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64592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scorers understand clinical cut-offs (e.g. a thyroid nodule past 10 mm) or only edit size?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dataset has both real size and TI-RADS level, so sizes are synthetic and labelled so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written before scoring; dev/val scoring running, no results yet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2026-10-29T04:16:08Z</dcterms:created>
  <dcterms:modified xsi:type="dcterms:W3CDTF">2026-10-29T04:16:08Z</dcterms:modified>
</cp:coreProperties>
</file>