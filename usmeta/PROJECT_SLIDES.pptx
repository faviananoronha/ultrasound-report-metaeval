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Calibri"/>
              </a:rPr>
              <a:t>AUROC on BrEaST (0.5 = coin flip)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AUROC vs a one-word rewording (BrEaST, test)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BLEU</c:v>
                  </c:pt>
                  <c:pt idx="1">
                    <c:v>ROUGE-L</c:v>
                  </c:pt>
                  <c:pt idx="2">
                    <c:v>chrF</c:v>
                  </c:pt>
                  <c:pt idx="3">
                    <c:v>BERTScore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0.61</c:v>
                </c:pt>
                <c:pt idx="1">
                  <c:v>0.58</c:v>
                </c:pt>
                <c:pt idx="2">
                  <c:v>0.25</c:v>
                </c:pt>
                <c:pt idx="3">
                  <c:v>0.53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report scorers catch real clinical mistakes?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of the scores used to grade AI-written ultrasound reports (breast, thyroid, fetal head)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Faviana Noronha · what we have done so far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and how we test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scores just count matching words. Do they notice a wrong side, size or BI-RADS, or only how much text changed?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481328" cy="2377440"/>
          </a:xfrm>
          <a:prstGeom prst="roundRect">
            <a:avLst>
              <a:gd name="adj" fmla="val 4938"/>
            </a:avLst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057400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651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&amp; masks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315468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10 public datasets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76272" y="1920240"/>
            <a:ext cx="1481328" cy="2377440"/>
          </a:xfrm>
          <a:prstGeom prst="roundRect">
            <a:avLst>
              <a:gd name="adj" fmla="val 4938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13432" y="2057400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1343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2651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report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315468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from the labels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803904" y="1920240"/>
            <a:ext cx="1481328" cy="2377440"/>
          </a:xfrm>
          <a:prstGeom prst="roundRect">
            <a:avLst>
              <a:gd name="adj" fmla="val 4938"/>
            </a:avLst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41064" y="2057400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41064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913632" y="2651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Edited copies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315468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planted mistake, harmless rewordings, exact copies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31536" y="1920240"/>
            <a:ext cx="1481328" cy="2377440"/>
          </a:xfrm>
          <a:prstGeom prst="roundRect">
            <a:avLst>
              <a:gd name="adj" fmla="val 4938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68696" y="2057400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568696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541264" y="2651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Scorers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541264" y="315468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word-match, fact check, AI judge, image check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059168" y="1920240"/>
            <a:ext cx="1481328" cy="2377440"/>
          </a:xfrm>
          <a:prstGeom prst="roundRect">
            <a:avLst>
              <a:gd name="adj" fmla="val 4938"/>
            </a:avLst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96328" y="2057400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9632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168896" y="2651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AUROC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168896" y="315468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= mistake always ranked worse, 0.5 = coin flip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report scorers · plain-language summary · 2/7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828800" cy="1554480"/>
          </a:xfrm>
          <a:prstGeom prst="roundRect">
            <a:avLst>
              <a:gd name="adj" fmla="val 4706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datasets: breast, thyroid, fetal head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1188720"/>
            <a:ext cx="1828800" cy="1554480"/>
          </a:xfrm>
          <a:prstGeom prst="roundRect">
            <a:avLst>
              <a:gd name="adj" fmla="val 4706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0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16,562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2011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reports made from labels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0" y="1188720"/>
            <a:ext cx="1828800" cy="1554480"/>
          </a:xfrm>
          <a:prstGeom prst="roundRect">
            <a:avLst>
              <a:gd name="adj" fmla="val 4706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27,193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011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candidates: 13,396 planted mistakes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0" y="1188720"/>
            <a:ext cx="1828800" cy="1554480"/>
          </a:xfrm>
          <a:prstGeom prst="roundRect">
            <a:avLst>
              <a:gd name="adj" fmla="val 4706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2011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scorer layers tested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0175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dev / val / test split, grouped by patient: tuning on dev/val, final numbers on test 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Versions frozen (tag freeze-v1); every step saved with its command and settings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tried real AI report writers (Qwen, MedGemma), MedSAM masks, and real doctor text (HiSBreast, small subset)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report scorers · plain-language summary · 3/7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Word-matching scores miss the mistake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42062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846320" y="11887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cut-off flags most mistakes without also flagging most harmless rewordings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lazy "No abnormality." still scores about 0.85 on BERTScore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follow how much text changed: a mistake changes 2–4% of words, a rewording 5–60%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judge (Gemma) does better: 0.89–1.00 vs one-word rewordings, weaker (0.60–0.71) on bigger rewordings, and prompt-sensitive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report scorers · plain-language summary · 4/7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check and real AI writers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3931920" cy="3383280"/>
          </a:xfrm>
          <a:prstGeom prst="roundRect">
            <a:avLst>
              <a:gd name="adj" fmla="val 2162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0.91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116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check with MedSAM masks, breast + thyroid (word scores: 0.25–0.62)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setup: the lesion box was handed to the model and errors were big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Fetal head fails (0.46, 0.50): skull outlined differently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correct reports down (mean 0.68)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3931920" cy="3383280"/>
          </a:xfrm>
          <a:prstGeom prst="roundRect">
            <a:avLst>
              <a:gd name="adj" fmla="val 2162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188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AI writers (Qwen, MedGemma) and real doctor text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920240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open writers get BI-RADS, side and pathology right only occasionally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Scorers disagree on which writer is better, so no trustworthy ranking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conclusions (HiSBreast, 41 test exams): BERTScore at chance (0.43), AI judge best (0.79–0.89)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report scorers · plain-language summary · 5/7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failed or turned out wrong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8046720" cy="585216"/>
          </a:xfrm>
          <a:prstGeom prst="roundRect">
            <a:avLst>
              <a:gd name="adj" fmla="val 12500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225296"/>
            <a:ext cx="329184" cy="3291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25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97280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Retracted headline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09728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"Word scores are worse than chance" was an artefact: our rewordings changed 5–10× more text than our mistakes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773936"/>
            <a:ext cx="8046720" cy="585216"/>
          </a:xfrm>
          <a:prstGeom prst="roundRect">
            <a:avLst>
              <a:gd name="adj" fmla="val 12500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901952"/>
            <a:ext cx="329184" cy="3291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901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773936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number dropped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7393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0.86 on dev became 0.67 on the locked test set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450592"/>
            <a:ext cx="8046720" cy="585216"/>
          </a:xfrm>
          <a:prstGeom prst="roundRect">
            <a:avLst>
              <a:gd name="adj" fmla="val 12500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578608"/>
            <a:ext cx="329184" cy="3291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450592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found and fixed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245059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BUS-BRA "single breast" wording, extractor decimal bug, copied option lists; reruns kept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127248"/>
            <a:ext cx="8046720" cy="585216"/>
          </a:xfrm>
          <a:prstGeom prst="roundRect">
            <a:avLst>
              <a:gd name="adj" fmla="val 12500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255264"/>
            <a:ext cx="329184" cy="3291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127248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real data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312724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101 of 427 HiSBreast exams passed our translation checks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803904"/>
            <a:ext cx="8046720" cy="585216"/>
          </a:xfrm>
          <a:prstGeom prst="roundRect">
            <a:avLst>
              <a:gd name="adj" fmla="val 12500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3931920"/>
            <a:ext cx="329184" cy="3291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803904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run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380390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Claude judge, Jev, LLaVA-Med, clinician review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report scorers · plain-language summary · 6/7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 and where we are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are templated, not doctor-written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levels are our guesses; no clinician review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may have seen these public datasets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samples; some datasets lack patient IDs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no ultrasound work testing scorers this way (search not exhaustive)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840480" cy="3383280"/>
          </a:xfrm>
          <a:prstGeom prst="roundRect">
            <a:avLst>
              <a:gd name="adj" fmla="val 2162"/>
            </a:avLst>
          </a:prstGeom>
          <a:solidFill>
            <a:srgbClr val="2E3A7A"/>
          </a:solidFill>
          <a:ln w="12700">
            <a:solidFill>
              <a:srgbClr val="2E3A7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937760" y="1188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Step 18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164592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scorers understand clinical cut-offs (e.g. a thyroid nodule past 10 mm) or only edit size?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dataset has both real size and TI-RADS level, so sizes are synthetic and labelled so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written before scoring; dev/val scoring running, no results yet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2026-10-29T04:06:52Z</dcterms:created>
  <dcterms:modified xsi:type="dcterms:W3CDTF">2026-10-29T04:06:52Z</dcterms:modified>
</cp:coreProperties>
</file>